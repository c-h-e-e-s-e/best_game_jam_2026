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5E99-3943-3126-8484-EA9C3CC90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CF02E-34AF-4B89-4F10-B708C1CDF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1889-8049-329F-60EC-2367D6A7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2DD06-DECD-5C02-9BAD-D64BD28D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DCEF9-2073-170B-41F7-E5996BF1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1602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BBA6-A9B2-4469-BF8B-A7C2760D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5B92-E056-26AB-81F2-04F75331D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47A4-15FD-43D1-6930-9A7B4123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53A92-2234-BB9B-FDF0-D42D78E4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1120D-8F8E-5409-5F42-EC779C2F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0368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AFF8-D592-28FD-37FB-E13D7917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322B-80FB-4B47-A7F7-495DBC112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C1A29-0348-BCDF-65CA-26FC770F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56CDC-7996-A77B-95B4-29E2E3FD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5FF4F-28FB-B024-D57A-D7CC2AA2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390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BCB1-9007-E587-41EE-7E7017C9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72F4-EBE6-8203-A05B-BB8EF6752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AAB86-99B3-34AC-C0F0-5156F3B41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F772A-382B-43CA-5734-C0154DC5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FFBAC-1B9F-A0A0-508D-932937382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84F6F-49F0-D488-6ADE-C7505D77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9989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5F41-C0EA-84C3-1E13-B3FFF9DE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E9377-172D-EC10-C6C3-31C782893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FEA34-0328-1E27-3CE7-3E23861E0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5BDC-652F-AD0C-2315-1A1D10C11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C07CA-F13D-8172-C2F9-77FDB267F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F91B1-A2FD-2218-8B99-CDA2CB92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76730-8610-6277-4BE9-5F8FB54A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087B5-342E-6FB8-D74E-0AFEF963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4137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945C-A4BE-08B4-37DB-17017262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B4D73-2BC6-6C9C-129D-0024C0EB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7E38C-D502-2C2D-D382-0E3E176B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6C44B-7A22-0018-4E2C-6AB97964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6625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B614F-07E5-1B6B-9257-059A1C42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21BCF-EA1B-E6DE-C6FF-8F908440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E3104-9401-7EC6-D767-6D1288D1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003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CB8D-657E-4ED8-5CCF-927E8171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E14AB-B36E-7C34-4E92-F8ABB3350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9A45F-9F19-A75F-5837-0C9EBB28E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E4865-9AEE-9A06-EABA-EDDA7190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C506E-CD1E-D893-351E-1FC88DD0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2A69C-AD86-DCA6-86D5-D55B9C9C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8302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180F-537B-D491-E984-F717468A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A4CBD-11BF-4FAF-78A4-3465FFE427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33DC1-8A6B-31A4-010A-86D5220C5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BFB4B-B94A-1853-3DEA-1D5E50D9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9180C-9F51-CEB0-4B75-10047CE4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F4BEE-E116-3BB9-2170-B0C51C94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31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C942-D7D1-658D-14D9-CFC4537B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DFF52-7B41-9C7A-253E-A5833BEB8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43709-3990-108F-A863-CF4DD285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0D92F-9970-561C-7A4B-87C71401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0081F-4713-232B-1D7E-5A4F13B7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9133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E7BA7-89A3-4D36-71CB-DED3E4337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598C0-6770-7740-681D-044D78B1E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360-BCFF-6AEA-88FB-00E51283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FA2D4-407E-5675-581D-120FDEB3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22145-0094-6005-CFDF-77D8C73C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9154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5C184-7E5C-1D6B-9604-589168CE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E13D-BD44-7D8C-E105-D953FBA72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543D-EDAC-CA25-F656-A8581F9D0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3EAF6-1F6F-4ABD-B2BE-5C27E49FB286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5F0F-48B7-E127-2A9B-2FB7B95F0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CC8EB-92A5-A1C7-570B-83F1ECACA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9D8DA-8061-459C-84D1-87E3A7E6BEF5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837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5003-2C18-ED09-A2EA-03CD73415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Pimpkin’s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creed</a:t>
            </a:r>
            <a:endParaRPr lang="sl-SI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3D7EF-687F-3D6D-1CF2-434E91D62F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ekipe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Ubihard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Člani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Maja Vukadinović, Matic Zupanc, Jaka Žužel</a:t>
            </a:r>
            <a:endParaRPr lang="sl-SI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6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09DA-D994-7379-B16A-06315B8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Halloween + Its not a bug its a feature</a:t>
            </a:r>
            <a:endParaRPr lang="sl-SI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48506-804A-9FCC-5D47-F12E29CB4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platformer</a:t>
            </a:r>
          </a:p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Širi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veselje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dobro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voljo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noč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čarovnic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Tema je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vkjučena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preko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izgleda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funkcijonalnosti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8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9843-E904-8C3A-B0F8-DB2DBD4C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Igra</a:t>
            </a:r>
            <a:endParaRPr lang="sl-SI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7B99D-40A6-7EE7-5B6A-07CBB90B8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Teleportacija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Bojne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funkcije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59419-1EE4-3139-FFB1-953ECA25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419" y="400501"/>
            <a:ext cx="4730496" cy="2660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BE7EB0-2F7E-1354-F249-98CCC034C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420" y="3516059"/>
            <a:ext cx="4730496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7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B70F-2903-C0E4-95CA-7B9A8BF0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Tehnični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poudarki</a:t>
            </a:r>
            <a:endParaRPr lang="sl-SI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1BEB-7CF1-49C1-CB2B-7038A04E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Najzahtevnejši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 je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nepridipravov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Hotel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dodati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funkcijo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“level up”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ampak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zaradi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časa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uspelo</a:t>
            </a:r>
            <a:endParaRPr lang="sl-SI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D9616-42F5-6118-DAC3-91FF15401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37" y="3691241"/>
            <a:ext cx="2043113" cy="2485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EB6A94-FB82-AFED-45BE-B54113975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212" y="3691241"/>
            <a:ext cx="2233613" cy="27174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36BCE6-2FA0-985E-68C4-06E9BE445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052" y="3559476"/>
            <a:ext cx="2246666" cy="273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4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8740-3402-355E-EA53-C247D228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	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FD0FD-E1E6-8143-625C-192D8A14E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Manjša</a:t>
            </a:r>
            <a:r>
              <a:rPr lang="en-GB" dirty="0"/>
              <a:t> </a:t>
            </a:r>
            <a:r>
              <a:rPr lang="en-GB" dirty="0" err="1"/>
              <a:t>uporaba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 </a:t>
            </a:r>
            <a:r>
              <a:rPr lang="en-GB" dirty="0" err="1"/>
              <a:t>programiranju</a:t>
            </a:r>
            <a:endParaRPr lang="en-GB" dirty="0"/>
          </a:p>
          <a:p>
            <a:r>
              <a:rPr lang="en-GB" dirty="0" err="1"/>
              <a:t>Nič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 </a:t>
            </a:r>
            <a:r>
              <a:rPr lang="en-GB" dirty="0" err="1"/>
              <a:t>ustvarjanju</a:t>
            </a:r>
            <a:r>
              <a:rPr lang="en-GB" dirty="0"/>
              <a:t> </a:t>
            </a:r>
            <a:r>
              <a:rPr lang="en-GB" dirty="0" err="1"/>
              <a:t>risb</a:t>
            </a:r>
            <a:endParaRPr lang="sl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A45D8D-0FD1-EECE-86B2-34D553912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225" y="833438"/>
            <a:ext cx="2595562" cy="2595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8F670D-CE20-E239-3F96-A2A109973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573" y="1231900"/>
            <a:ext cx="927101" cy="1854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7E528C-E44A-918E-57CB-711B2F9C6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3057524"/>
            <a:ext cx="2967038" cy="296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B09F-DC09-7497-30A2-DC7A7371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Zaključek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117F-A15E-804B-E955-F46CF3C10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Naslednje</a:t>
            </a:r>
            <a:r>
              <a:rPr lang="en-GB" dirty="0"/>
              <a:t> </a:t>
            </a:r>
            <a:r>
              <a:rPr lang="en-GB" dirty="0" err="1"/>
              <a:t>leto</a:t>
            </a:r>
            <a:r>
              <a:rPr lang="en-GB" dirty="0"/>
              <a:t> se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dirty="0" err="1"/>
              <a:t>pazite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603737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87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Pimpkin’s creed</vt:lpstr>
      <vt:lpstr>Halloween + Its not a bug its a feature</vt:lpstr>
      <vt:lpstr>Igra</vt:lpstr>
      <vt:lpstr>Tehnični poudarki</vt:lpstr>
      <vt:lpstr>AI </vt:lpstr>
      <vt:lpstr>Zaključek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Jaka Žužel</dc:creator>
  <cp:lastModifiedBy>Jaka Žužel</cp:lastModifiedBy>
  <cp:revision>2</cp:revision>
  <dcterms:created xsi:type="dcterms:W3CDTF">2026-10-26T08:25:33Z</dcterms:created>
  <dcterms:modified xsi:type="dcterms:W3CDTF">2026-10-26T08:40:55Z</dcterms:modified>
</cp:coreProperties>
</file>